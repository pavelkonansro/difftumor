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</p:sldIdLst>
  <p:sldSz cx="18288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3DE7"/>
    <a:srgbClr val="DF3ACF"/>
    <a:srgbClr val="FF47FF"/>
    <a:srgbClr val="FEF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680"/>
    <p:restoredTop sz="94684"/>
  </p:normalViewPr>
  <p:slideViewPr>
    <p:cSldViewPr snapToGrid="0">
      <p:cViewPr varScale="1">
        <p:scale>
          <a:sx n="115" d="100"/>
          <a:sy n="115" d="100"/>
        </p:scale>
        <p:origin x="5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496484"/>
            <a:ext cx="13716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802717"/>
            <a:ext cx="13716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43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279652"/>
            <a:ext cx="157734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119285"/>
            <a:ext cx="157734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1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82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486834"/>
            <a:ext cx="157734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241551"/>
            <a:ext cx="7736681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340100"/>
            <a:ext cx="773668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241551"/>
            <a:ext cx="7774782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340100"/>
            <a:ext cx="7774782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59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9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02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316567"/>
            <a:ext cx="92583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316567"/>
            <a:ext cx="92583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41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7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486833"/>
            <a:ext cx="394335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486833"/>
            <a:ext cx="1160145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5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486834"/>
            <a:ext cx="157734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434167"/>
            <a:ext cx="157734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E3A34-4611-1B4E-8C13-2981A7452527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8475134"/>
            <a:ext cx="6172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79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D33CF5-989D-0976-61EB-F39DCA29F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220">
            <a:extLst>
              <a:ext uri="{FF2B5EF4-FFF2-40B4-BE49-F238E27FC236}">
                <a16:creationId xmlns:a16="http://schemas.microsoft.com/office/drawing/2014/main" id="{95604B29-471B-450C-6E73-4A87D263323B}"/>
              </a:ext>
            </a:extLst>
          </p:cNvPr>
          <p:cNvSpPr/>
          <p:nvPr/>
        </p:nvSpPr>
        <p:spPr>
          <a:xfrm>
            <a:off x="190498" y="933855"/>
            <a:ext cx="17907004" cy="52663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2" name="Picture 221">
            <a:extLst>
              <a:ext uri="{FF2B5EF4-FFF2-40B4-BE49-F238E27FC236}">
                <a16:creationId xmlns:a16="http://schemas.microsoft.com/office/drawing/2014/main" id="{D78AE1E3-D1DA-24E9-4AAD-4BDC1EAA8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560" y="2217210"/>
            <a:ext cx="7672880" cy="4679124"/>
          </a:xfrm>
          <a:prstGeom prst="rect">
            <a:avLst/>
          </a:prstGeom>
        </p:spPr>
      </p:pic>
      <p:sp>
        <p:nvSpPr>
          <p:cNvPr id="223" name="Rectangular Callout 222">
            <a:extLst>
              <a:ext uri="{FF2B5EF4-FFF2-40B4-BE49-F238E27FC236}">
                <a16:creationId xmlns:a16="http://schemas.microsoft.com/office/drawing/2014/main" id="{CF74148F-E265-43EA-E905-19E9642B3B18}"/>
              </a:ext>
            </a:extLst>
          </p:cNvPr>
          <p:cNvSpPr/>
          <p:nvPr/>
        </p:nvSpPr>
        <p:spPr>
          <a:xfrm>
            <a:off x="9346025" y="618107"/>
            <a:ext cx="2910093" cy="1517433"/>
          </a:xfrm>
          <a:prstGeom prst="wedgeRectCallout">
            <a:avLst>
              <a:gd name="adj1" fmla="val -4985"/>
              <a:gd name="adj2" fmla="val 98281"/>
            </a:avLst>
          </a:prstGeom>
          <a:solidFill>
            <a:srgbClr val="FF6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ular Callout 223">
            <a:extLst>
              <a:ext uri="{FF2B5EF4-FFF2-40B4-BE49-F238E27FC236}">
                <a16:creationId xmlns:a16="http://schemas.microsoft.com/office/drawing/2014/main" id="{9028FFA9-826A-05FD-6928-4F6D5EA76CCC}"/>
              </a:ext>
            </a:extLst>
          </p:cNvPr>
          <p:cNvSpPr/>
          <p:nvPr/>
        </p:nvSpPr>
        <p:spPr>
          <a:xfrm flipV="1">
            <a:off x="9346025" y="7003998"/>
            <a:ext cx="2910093" cy="1517431"/>
          </a:xfrm>
          <a:prstGeom prst="wedgeRectCallout">
            <a:avLst>
              <a:gd name="adj1" fmla="val -5300"/>
              <a:gd name="adj2" fmla="val 74832"/>
            </a:avLst>
          </a:prstGeom>
          <a:solidFill>
            <a:srgbClr val="02E30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Rectangular Callout 224">
            <a:extLst>
              <a:ext uri="{FF2B5EF4-FFF2-40B4-BE49-F238E27FC236}">
                <a16:creationId xmlns:a16="http://schemas.microsoft.com/office/drawing/2014/main" id="{D4B43899-D208-AEBA-5A74-B55086395CEC}"/>
              </a:ext>
            </a:extLst>
          </p:cNvPr>
          <p:cNvSpPr/>
          <p:nvPr/>
        </p:nvSpPr>
        <p:spPr>
          <a:xfrm flipH="1">
            <a:off x="6031878" y="618109"/>
            <a:ext cx="2910096" cy="1517431"/>
          </a:xfrm>
          <a:prstGeom prst="wedgeRectCallout">
            <a:avLst>
              <a:gd name="adj1" fmla="val -32512"/>
              <a:gd name="adj2" fmla="val 178415"/>
            </a:avLst>
          </a:prstGeom>
          <a:solidFill>
            <a:srgbClr val="7DFF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Rectangular Callout 225">
            <a:extLst>
              <a:ext uri="{FF2B5EF4-FFF2-40B4-BE49-F238E27FC236}">
                <a16:creationId xmlns:a16="http://schemas.microsoft.com/office/drawing/2014/main" id="{022537F8-E7D5-F7EA-C3BB-230EDC482E90}"/>
              </a:ext>
            </a:extLst>
          </p:cNvPr>
          <p:cNvSpPr/>
          <p:nvPr/>
        </p:nvSpPr>
        <p:spPr>
          <a:xfrm flipH="1" flipV="1">
            <a:off x="6031880" y="7003998"/>
            <a:ext cx="2910096" cy="1517431"/>
          </a:xfrm>
          <a:prstGeom prst="wedgeRectCallout">
            <a:avLst>
              <a:gd name="adj1" fmla="val -14948"/>
              <a:gd name="adj2" fmla="val 76181"/>
            </a:avLst>
          </a:prstGeom>
          <a:solidFill>
            <a:srgbClr val="00BD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FDD93D34-B523-6798-B983-1359A39C27D5}"/>
              </a:ext>
            </a:extLst>
          </p:cNvPr>
          <p:cNvGrpSpPr/>
          <p:nvPr/>
        </p:nvGrpSpPr>
        <p:grpSpPr>
          <a:xfrm>
            <a:off x="6100561" y="685540"/>
            <a:ext cx="2772737" cy="1382568"/>
            <a:chOff x="4082143" y="2003691"/>
            <a:chExt cx="1833826" cy="914400"/>
          </a:xfrm>
          <a:solidFill>
            <a:schemeClr val="bg1">
              <a:lumMod val="95000"/>
            </a:schemeClr>
          </a:solidFill>
        </p:grpSpPr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16202A97-E1E4-7361-285D-427BAD317299}"/>
                </a:ext>
              </a:extLst>
            </p:cNvPr>
            <p:cNvSpPr/>
            <p:nvPr/>
          </p:nvSpPr>
          <p:spPr>
            <a:xfrm>
              <a:off x="4082143" y="2003691"/>
              <a:ext cx="914400" cy="914400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12700">
              <a:solidFill>
                <a:srgbClr val="7DFF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B1C99EE5-B481-386D-7AC4-4BFA695E6CFB}"/>
                </a:ext>
              </a:extLst>
            </p:cNvPr>
            <p:cNvSpPr/>
            <p:nvPr/>
          </p:nvSpPr>
          <p:spPr>
            <a:xfrm>
              <a:off x="5001569" y="2003691"/>
              <a:ext cx="914400" cy="914400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12700">
              <a:solidFill>
                <a:srgbClr val="7DFF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1ACF885C-329C-1B73-199A-BC9810F47DD7}"/>
              </a:ext>
            </a:extLst>
          </p:cNvPr>
          <p:cNvGrpSpPr/>
          <p:nvPr/>
        </p:nvGrpSpPr>
        <p:grpSpPr>
          <a:xfrm>
            <a:off x="9414702" y="685540"/>
            <a:ext cx="2772737" cy="1382568"/>
            <a:chOff x="4082143" y="2003691"/>
            <a:chExt cx="1833826" cy="914400"/>
          </a:xfrm>
          <a:solidFill>
            <a:schemeClr val="bg1">
              <a:lumMod val="95000"/>
            </a:schemeClr>
          </a:solidFill>
        </p:grpSpPr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EAB5A3CD-EDB0-75CA-EAC7-BCD366065B2D}"/>
                </a:ext>
              </a:extLst>
            </p:cNvPr>
            <p:cNvSpPr/>
            <p:nvPr/>
          </p:nvSpPr>
          <p:spPr>
            <a:xfrm>
              <a:off x="4082143" y="2003691"/>
              <a:ext cx="914400" cy="914400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 w="12700">
              <a:solidFill>
                <a:srgbClr val="FF6C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C3B099CB-19A4-97D7-2A2D-7BE506D0A860}"/>
                </a:ext>
              </a:extLst>
            </p:cNvPr>
            <p:cNvSpPr/>
            <p:nvPr/>
          </p:nvSpPr>
          <p:spPr>
            <a:xfrm>
              <a:off x="5001569" y="2003691"/>
              <a:ext cx="914400" cy="914400"/>
            </a:xfrm>
            <a:prstGeom prst="rect">
              <a:avLst/>
            </a:prstGeom>
            <a:blipFill>
              <a:blip r:embed="rId6"/>
              <a:stretch>
                <a:fillRect/>
              </a:stretch>
            </a:blipFill>
            <a:ln w="12700">
              <a:solidFill>
                <a:srgbClr val="FF6C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23EA9066-663B-B243-45AA-D12A6828FBE2}"/>
              </a:ext>
            </a:extLst>
          </p:cNvPr>
          <p:cNvGrpSpPr/>
          <p:nvPr/>
        </p:nvGrpSpPr>
        <p:grpSpPr>
          <a:xfrm>
            <a:off x="6100561" y="7071429"/>
            <a:ext cx="2772737" cy="1382568"/>
            <a:chOff x="4082143" y="2003691"/>
            <a:chExt cx="1833826" cy="914400"/>
          </a:xfrm>
          <a:solidFill>
            <a:schemeClr val="bg1">
              <a:lumMod val="95000"/>
            </a:schemeClr>
          </a:solidFill>
        </p:grpSpPr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FBD095F2-7811-F197-4C9A-5CCD69E47878}"/>
                </a:ext>
              </a:extLst>
            </p:cNvPr>
            <p:cNvSpPr/>
            <p:nvPr/>
          </p:nvSpPr>
          <p:spPr>
            <a:xfrm>
              <a:off x="4082143" y="2003691"/>
              <a:ext cx="914400" cy="914400"/>
            </a:xfrm>
            <a:prstGeom prst="rect">
              <a:avLst/>
            </a:prstGeom>
            <a:blipFill>
              <a:blip r:embed="rId7"/>
              <a:stretch>
                <a:fillRect/>
              </a:stretch>
            </a:blipFill>
            <a:ln w="12700">
              <a:solidFill>
                <a:srgbClr val="00B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2A94BC41-F3C0-23B4-6609-27B8E52895BA}"/>
                </a:ext>
              </a:extLst>
            </p:cNvPr>
            <p:cNvSpPr/>
            <p:nvPr/>
          </p:nvSpPr>
          <p:spPr>
            <a:xfrm>
              <a:off x="5001569" y="2003691"/>
              <a:ext cx="914400" cy="914400"/>
            </a:xfrm>
            <a:prstGeom prst="rect">
              <a:avLst/>
            </a:prstGeom>
            <a:blipFill>
              <a:blip r:embed="rId8"/>
              <a:stretch>
                <a:fillRect/>
              </a:stretch>
            </a:blipFill>
            <a:ln w="12700">
              <a:solidFill>
                <a:srgbClr val="00B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439876A-3419-A1E0-4672-93FA753B35E2}"/>
              </a:ext>
            </a:extLst>
          </p:cNvPr>
          <p:cNvGrpSpPr/>
          <p:nvPr/>
        </p:nvGrpSpPr>
        <p:grpSpPr>
          <a:xfrm>
            <a:off x="9414702" y="7071429"/>
            <a:ext cx="2772737" cy="1382568"/>
            <a:chOff x="4082143" y="2003691"/>
            <a:chExt cx="1833826" cy="914400"/>
          </a:xfrm>
          <a:solidFill>
            <a:schemeClr val="bg1">
              <a:lumMod val="95000"/>
            </a:schemeClr>
          </a:solidFill>
        </p:grpSpPr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AD4AE632-EED9-DCA4-B378-AAEE705297BE}"/>
                </a:ext>
              </a:extLst>
            </p:cNvPr>
            <p:cNvSpPr/>
            <p:nvPr/>
          </p:nvSpPr>
          <p:spPr>
            <a:xfrm>
              <a:off x="4082143" y="2003691"/>
              <a:ext cx="914400" cy="914400"/>
            </a:xfrm>
            <a:prstGeom prst="rect">
              <a:avLst/>
            </a:prstGeom>
            <a:blipFill>
              <a:blip r:embed="rId9"/>
              <a:stretch>
                <a:fillRect/>
              </a:stretch>
            </a:blipFill>
            <a:ln w="12700">
              <a:solidFill>
                <a:srgbClr val="02E3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96742B80-F6D3-625E-59DD-DB90999923FE}"/>
                </a:ext>
              </a:extLst>
            </p:cNvPr>
            <p:cNvSpPr/>
            <p:nvPr/>
          </p:nvSpPr>
          <p:spPr>
            <a:xfrm>
              <a:off x="5001569" y="2003691"/>
              <a:ext cx="914400" cy="914400"/>
            </a:xfrm>
            <a:prstGeom prst="rect">
              <a:avLst/>
            </a:prstGeom>
            <a:blipFill>
              <a:blip r:embed="rId10"/>
              <a:stretch>
                <a:fillRect/>
              </a:stretch>
            </a:blipFill>
            <a:ln w="12700">
              <a:solidFill>
                <a:srgbClr val="02E3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44C33C39-8F2A-4ABA-2E1E-6D9785B19FAE}"/>
              </a:ext>
            </a:extLst>
          </p:cNvPr>
          <p:cNvGrpSpPr/>
          <p:nvPr/>
        </p:nvGrpSpPr>
        <p:grpSpPr>
          <a:xfrm>
            <a:off x="3923750" y="868376"/>
            <a:ext cx="2072792" cy="1037988"/>
            <a:chOff x="8302625" y="2276066"/>
            <a:chExt cx="720725" cy="360916"/>
          </a:xfrm>
        </p:grpSpPr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C69A8AD8-94F5-7C8C-214E-C98F5456AA37}"/>
                </a:ext>
              </a:extLst>
            </p:cNvPr>
            <p:cNvGrpSpPr/>
            <p:nvPr/>
          </p:nvGrpSpPr>
          <p:grpSpPr>
            <a:xfrm>
              <a:off x="8302625" y="2287356"/>
              <a:ext cx="720725" cy="349626"/>
              <a:chOff x="8302625" y="2287356"/>
              <a:chExt cx="720725" cy="349626"/>
            </a:xfrm>
          </p:grpSpPr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89DEF104-879B-418E-3883-B049AF06FC29}"/>
                  </a:ext>
                </a:extLst>
              </p:cNvPr>
              <p:cNvSpPr/>
              <p:nvPr/>
            </p:nvSpPr>
            <p:spPr>
              <a:xfrm>
                <a:off x="8972550" y="243676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CC9D1024-280A-4F9D-8289-7301F631163E}"/>
                  </a:ext>
                </a:extLst>
              </p:cNvPr>
              <p:cNvSpPr/>
              <p:nvPr/>
            </p:nvSpPr>
            <p:spPr>
              <a:xfrm>
                <a:off x="8302625" y="243676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202380A6-45C4-67FC-1B54-E682E227A815}"/>
                  </a:ext>
                </a:extLst>
              </p:cNvPr>
              <p:cNvSpPr/>
              <p:nvPr/>
            </p:nvSpPr>
            <p:spPr>
              <a:xfrm>
                <a:off x="8890908" y="253201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414D4027-610F-AB5F-EBD6-E27B6FBEE9A3}"/>
                  </a:ext>
                </a:extLst>
              </p:cNvPr>
              <p:cNvSpPr/>
              <p:nvPr/>
            </p:nvSpPr>
            <p:spPr>
              <a:xfrm>
                <a:off x="8890908" y="234151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0A04B154-0267-3D1B-1C56-FCE8B28AAD78}"/>
                  </a:ext>
                </a:extLst>
              </p:cNvPr>
              <p:cNvSpPr/>
              <p:nvPr/>
            </p:nvSpPr>
            <p:spPr>
              <a:xfrm>
                <a:off x="8381132" y="253201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9ECEAEBC-674E-1750-4B25-8545C0E01092}"/>
                  </a:ext>
                </a:extLst>
              </p:cNvPr>
              <p:cNvSpPr/>
              <p:nvPr/>
            </p:nvSpPr>
            <p:spPr>
              <a:xfrm>
                <a:off x="8381132" y="234151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20181785-D35F-8357-7064-682210974C29}"/>
                  </a:ext>
                </a:extLst>
              </p:cNvPr>
              <p:cNvCxnSpPr>
                <a:endCxn id="245" idx="2"/>
              </p:cNvCxnSpPr>
              <p:nvPr/>
            </p:nvCxnSpPr>
            <p:spPr>
              <a:xfrm>
                <a:off x="8431932" y="2365375"/>
                <a:ext cx="458976" cy="1544"/>
              </a:xfrm>
              <a:prstGeom prst="line">
                <a:avLst/>
              </a:prstGeom>
              <a:ln w="12700">
                <a:solidFill>
                  <a:srgbClr val="FF6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89F0AC51-42C2-CF18-DC5A-C6A7458815E2}"/>
                  </a:ext>
                </a:extLst>
              </p:cNvPr>
              <p:cNvCxnSpPr>
                <a:cxnSpLocks/>
                <a:stCxn id="243" idx="6"/>
                <a:endCxn id="242" idx="2"/>
              </p:cNvCxnSpPr>
              <p:nvPr/>
            </p:nvCxnSpPr>
            <p:spPr>
              <a:xfrm>
                <a:off x="8353425" y="2462169"/>
                <a:ext cx="619125" cy="0"/>
              </a:xfrm>
              <a:prstGeom prst="line">
                <a:avLst/>
              </a:prstGeom>
              <a:ln w="12700">
                <a:solidFill>
                  <a:srgbClr val="FF6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8CB8895B-92AA-B329-12A6-5ED9A254D17D}"/>
                  </a:ext>
                </a:extLst>
              </p:cNvPr>
              <p:cNvCxnSpPr>
                <a:cxnSpLocks/>
                <a:stCxn id="246" idx="6"/>
                <a:endCxn id="244" idx="2"/>
              </p:cNvCxnSpPr>
              <p:nvPr/>
            </p:nvCxnSpPr>
            <p:spPr>
              <a:xfrm>
                <a:off x="8431932" y="2557419"/>
                <a:ext cx="458976" cy="0"/>
              </a:xfrm>
              <a:prstGeom prst="line">
                <a:avLst/>
              </a:prstGeom>
              <a:ln w="12700">
                <a:solidFill>
                  <a:srgbClr val="FF6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1" name="Rounded Rectangle 250">
                <a:extLst>
                  <a:ext uri="{FF2B5EF4-FFF2-40B4-BE49-F238E27FC236}">
                    <a16:creationId xmlns:a16="http://schemas.microsoft.com/office/drawing/2014/main" id="{BD438671-86F6-3244-9297-7C726FA8A1BC}"/>
                  </a:ext>
                </a:extLst>
              </p:cNvPr>
              <p:cNvSpPr/>
              <p:nvPr/>
            </p:nvSpPr>
            <p:spPr>
              <a:xfrm>
                <a:off x="8488175" y="2287356"/>
                <a:ext cx="349626" cy="349626"/>
              </a:xfrm>
              <a:prstGeom prst="roundRect">
                <a:avLst/>
              </a:prstGeom>
              <a:solidFill>
                <a:srgbClr val="CD56CC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A388299D-8E36-4136-EE87-A977A701B757}"/>
                </a:ext>
              </a:extLst>
            </p:cNvPr>
            <p:cNvSpPr txBox="1"/>
            <p:nvPr/>
          </p:nvSpPr>
          <p:spPr>
            <a:xfrm>
              <a:off x="8467629" y="2276066"/>
              <a:ext cx="393552" cy="3531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</a:rPr>
                <a:t>AI</a:t>
              </a:r>
            </a:p>
            <a:p>
              <a:pPr algn="ctr"/>
              <a:r>
                <a:rPr lang="en-US" sz="1600" b="1" cap="small" dirty="0">
                  <a:solidFill>
                    <a:schemeClr val="bg1"/>
                  </a:solidFill>
                </a:rPr>
                <a:t>Generated</a:t>
              </a:r>
              <a:endParaRPr lang="en-US" sz="1200" b="1" cap="small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E49424B9-B2C7-AC4B-78BC-DFE9D0E41A2C}"/>
              </a:ext>
            </a:extLst>
          </p:cNvPr>
          <p:cNvGrpSpPr/>
          <p:nvPr/>
        </p:nvGrpSpPr>
        <p:grpSpPr>
          <a:xfrm>
            <a:off x="490999" y="618107"/>
            <a:ext cx="3358711" cy="2234540"/>
            <a:chOff x="870771" y="1990187"/>
            <a:chExt cx="2504542" cy="1666264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C176FCF7-FF1F-2111-27BF-E79BB022D576}"/>
                </a:ext>
              </a:extLst>
            </p:cNvPr>
            <p:cNvSpPr/>
            <p:nvPr/>
          </p:nvSpPr>
          <p:spPr>
            <a:xfrm rot="5400000" flipH="1">
              <a:off x="870771" y="1990187"/>
              <a:ext cx="833132" cy="833132"/>
            </a:xfrm>
            <a:prstGeom prst="rect">
              <a:avLst/>
            </a:prstGeom>
            <a:blipFill>
              <a:blip r:embed="rId11"/>
              <a:stretch>
                <a:fillRect/>
              </a:stretch>
            </a:blipFill>
            <a:ln w="12700">
              <a:solidFill>
                <a:srgbClr val="7DFF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F51F593A-FCA8-2172-0D2A-11A4A357B7E1}"/>
                </a:ext>
              </a:extLst>
            </p:cNvPr>
            <p:cNvSpPr/>
            <p:nvPr/>
          </p:nvSpPr>
          <p:spPr>
            <a:xfrm rot="5400000" flipH="1">
              <a:off x="1706476" y="1990187"/>
              <a:ext cx="833132" cy="833132"/>
            </a:xfrm>
            <a:prstGeom prst="rect">
              <a:avLst/>
            </a:prstGeom>
            <a:blipFill>
              <a:blip r:embed="rId12"/>
              <a:stretch>
                <a:fillRect/>
              </a:stretch>
            </a:blipFill>
            <a:ln w="12700">
              <a:solidFill>
                <a:srgbClr val="7DFF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1EE0796A-7805-72AB-A820-FDEE0DF25A77}"/>
                </a:ext>
              </a:extLst>
            </p:cNvPr>
            <p:cNvSpPr/>
            <p:nvPr/>
          </p:nvSpPr>
          <p:spPr>
            <a:xfrm rot="5400000" flipH="1">
              <a:off x="2542181" y="1990187"/>
              <a:ext cx="833132" cy="833132"/>
            </a:xfrm>
            <a:prstGeom prst="rect">
              <a:avLst/>
            </a:prstGeom>
            <a:blipFill>
              <a:blip r:embed="rId13"/>
              <a:stretch>
                <a:fillRect/>
              </a:stretch>
            </a:blipFill>
            <a:ln w="12700">
              <a:solidFill>
                <a:srgbClr val="7DFF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5E717F40-48EC-3DEF-D8B2-F55D67EB479E}"/>
                </a:ext>
              </a:extLst>
            </p:cNvPr>
            <p:cNvSpPr/>
            <p:nvPr/>
          </p:nvSpPr>
          <p:spPr>
            <a:xfrm rot="5400000" flipH="1">
              <a:off x="870771" y="2823319"/>
              <a:ext cx="833132" cy="833132"/>
            </a:xfrm>
            <a:prstGeom prst="rect">
              <a:avLst/>
            </a:prstGeom>
            <a:blipFill>
              <a:blip r:embed="rId14"/>
              <a:stretch>
                <a:fillRect/>
              </a:stretch>
            </a:blipFill>
            <a:ln w="12700">
              <a:solidFill>
                <a:srgbClr val="7DFF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CE23F74F-6553-15BE-6956-F7701438F3AE}"/>
                </a:ext>
              </a:extLst>
            </p:cNvPr>
            <p:cNvSpPr/>
            <p:nvPr/>
          </p:nvSpPr>
          <p:spPr>
            <a:xfrm rot="5400000" flipH="1">
              <a:off x="1706476" y="2823319"/>
              <a:ext cx="833132" cy="833132"/>
            </a:xfrm>
            <a:prstGeom prst="rect">
              <a:avLst/>
            </a:prstGeom>
            <a:blipFill>
              <a:blip r:embed="rId15"/>
              <a:stretch>
                <a:fillRect/>
              </a:stretch>
            </a:blipFill>
            <a:ln w="12700">
              <a:solidFill>
                <a:srgbClr val="7DFF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CE6C267A-0488-D23D-0FFD-BCD2E506ABA4}"/>
                </a:ext>
              </a:extLst>
            </p:cNvPr>
            <p:cNvSpPr/>
            <p:nvPr/>
          </p:nvSpPr>
          <p:spPr>
            <a:xfrm rot="5400000" flipH="1">
              <a:off x="2542181" y="2823319"/>
              <a:ext cx="833132" cy="833132"/>
            </a:xfrm>
            <a:prstGeom prst="rect">
              <a:avLst/>
            </a:prstGeom>
            <a:blipFill>
              <a:blip r:embed="rId16"/>
              <a:stretch>
                <a:fillRect/>
              </a:stretch>
            </a:blipFill>
            <a:ln w="12700">
              <a:solidFill>
                <a:srgbClr val="7DFF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A2458FFB-0659-A537-7B51-FB73F685AA94}"/>
              </a:ext>
            </a:extLst>
          </p:cNvPr>
          <p:cNvGrpSpPr/>
          <p:nvPr/>
        </p:nvGrpSpPr>
        <p:grpSpPr>
          <a:xfrm>
            <a:off x="490999" y="6286889"/>
            <a:ext cx="3358711" cy="2234540"/>
            <a:chOff x="870771" y="1990187"/>
            <a:chExt cx="2504542" cy="1666264"/>
          </a:xfrm>
        </p:grpSpPr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1859E0DE-1526-79B0-3909-F9F7A9D300FF}"/>
                </a:ext>
              </a:extLst>
            </p:cNvPr>
            <p:cNvSpPr/>
            <p:nvPr/>
          </p:nvSpPr>
          <p:spPr>
            <a:xfrm rot="5400000" flipH="1">
              <a:off x="870771" y="1990187"/>
              <a:ext cx="833132" cy="833132"/>
            </a:xfrm>
            <a:prstGeom prst="rect">
              <a:avLst/>
            </a:prstGeom>
            <a:blipFill>
              <a:blip r:embed="rId17"/>
              <a:stretch>
                <a:fillRect/>
              </a:stretch>
            </a:blipFill>
            <a:ln w="12700">
              <a:solidFill>
                <a:srgbClr val="00B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86F70E55-1CEF-F4BC-9554-0543974BD510}"/>
                </a:ext>
              </a:extLst>
            </p:cNvPr>
            <p:cNvSpPr/>
            <p:nvPr/>
          </p:nvSpPr>
          <p:spPr>
            <a:xfrm rot="5400000" flipH="1">
              <a:off x="1706476" y="1990187"/>
              <a:ext cx="833132" cy="833132"/>
            </a:xfrm>
            <a:prstGeom prst="rect">
              <a:avLst/>
            </a:prstGeom>
            <a:blipFill>
              <a:blip r:embed="rId18"/>
              <a:stretch>
                <a:fillRect/>
              </a:stretch>
            </a:blipFill>
            <a:ln w="12700">
              <a:solidFill>
                <a:srgbClr val="00B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5D91A6D0-EED3-16A7-D549-1660EE8F61A1}"/>
                </a:ext>
              </a:extLst>
            </p:cNvPr>
            <p:cNvSpPr/>
            <p:nvPr/>
          </p:nvSpPr>
          <p:spPr>
            <a:xfrm rot="5400000" flipH="1">
              <a:off x="2542181" y="1990187"/>
              <a:ext cx="833132" cy="833132"/>
            </a:xfrm>
            <a:prstGeom prst="rect">
              <a:avLst/>
            </a:prstGeom>
            <a:blipFill>
              <a:blip r:embed="rId19"/>
              <a:stretch>
                <a:fillRect/>
              </a:stretch>
            </a:blipFill>
            <a:ln w="12700">
              <a:solidFill>
                <a:srgbClr val="00B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EF3D21F0-B4C7-1633-0181-36369562EBC8}"/>
                </a:ext>
              </a:extLst>
            </p:cNvPr>
            <p:cNvSpPr/>
            <p:nvPr/>
          </p:nvSpPr>
          <p:spPr>
            <a:xfrm rot="5400000" flipH="1">
              <a:off x="870771" y="2823319"/>
              <a:ext cx="833132" cy="833132"/>
            </a:xfrm>
            <a:prstGeom prst="rect">
              <a:avLst/>
            </a:prstGeom>
            <a:blipFill>
              <a:blip r:embed="rId20"/>
              <a:stretch>
                <a:fillRect/>
              </a:stretch>
            </a:blipFill>
            <a:ln w="12700">
              <a:solidFill>
                <a:srgbClr val="00B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E0ED834D-CDCA-CD78-75B0-09B8EA10D9EB}"/>
                </a:ext>
              </a:extLst>
            </p:cNvPr>
            <p:cNvSpPr/>
            <p:nvPr/>
          </p:nvSpPr>
          <p:spPr>
            <a:xfrm rot="5400000" flipH="1">
              <a:off x="1706476" y="2823319"/>
              <a:ext cx="833132" cy="833132"/>
            </a:xfrm>
            <a:prstGeom prst="rect">
              <a:avLst/>
            </a:prstGeom>
            <a:blipFill>
              <a:blip r:embed="rId21"/>
              <a:stretch>
                <a:fillRect/>
              </a:stretch>
            </a:blipFill>
            <a:ln w="12700">
              <a:solidFill>
                <a:srgbClr val="00B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68836577-62F7-57E3-E457-A6A5FE4157F4}"/>
                </a:ext>
              </a:extLst>
            </p:cNvPr>
            <p:cNvSpPr/>
            <p:nvPr/>
          </p:nvSpPr>
          <p:spPr>
            <a:xfrm rot="5400000" flipH="1">
              <a:off x="2542181" y="2823319"/>
              <a:ext cx="833132" cy="833132"/>
            </a:xfrm>
            <a:prstGeom prst="rect">
              <a:avLst/>
            </a:prstGeom>
            <a:blipFill>
              <a:blip r:embed="rId22"/>
              <a:stretch>
                <a:fillRect/>
              </a:stretch>
            </a:blipFill>
            <a:ln w="12700">
              <a:solidFill>
                <a:srgbClr val="00B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FE9045D6-59DF-26E7-0759-4464ACC9E214}"/>
              </a:ext>
            </a:extLst>
          </p:cNvPr>
          <p:cNvGrpSpPr/>
          <p:nvPr/>
        </p:nvGrpSpPr>
        <p:grpSpPr>
          <a:xfrm>
            <a:off x="14429198" y="618107"/>
            <a:ext cx="3358711" cy="2234540"/>
            <a:chOff x="870771" y="1990187"/>
            <a:chExt cx="2504542" cy="1666264"/>
          </a:xfrm>
        </p:grpSpPr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DE91CC46-3064-7987-E171-4CFAAFFA01A3}"/>
                </a:ext>
              </a:extLst>
            </p:cNvPr>
            <p:cNvSpPr/>
            <p:nvPr/>
          </p:nvSpPr>
          <p:spPr>
            <a:xfrm rot="5400000" flipV="1">
              <a:off x="870771" y="1990187"/>
              <a:ext cx="833132" cy="833132"/>
            </a:xfrm>
            <a:prstGeom prst="rect">
              <a:avLst/>
            </a:prstGeom>
            <a:blipFill>
              <a:blip r:embed="rId23"/>
              <a:stretch>
                <a:fillRect/>
              </a:stretch>
            </a:blipFill>
            <a:ln w="12700">
              <a:solidFill>
                <a:srgbClr val="FF6C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7C59CBFA-D652-FEF5-6004-4BF4BA7364A2}"/>
                </a:ext>
              </a:extLst>
            </p:cNvPr>
            <p:cNvSpPr/>
            <p:nvPr/>
          </p:nvSpPr>
          <p:spPr>
            <a:xfrm flipH="1">
              <a:off x="1706476" y="1990187"/>
              <a:ext cx="833132" cy="833132"/>
            </a:xfrm>
            <a:prstGeom prst="rect">
              <a:avLst/>
            </a:prstGeom>
            <a:blipFill>
              <a:blip r:embed="rId24"/>
              <a:stretch>
                <a:fillRect/>
              </a:stretch>
            </a:blipFill>
            <a:ln w="12700">
              <a:solidFill>
                <a:srgbClr val="FF6C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B07EFF1D-15AD-5D72-C658-B81E557DED5F}"/>
                </a:ext>
              </a:extLst>
            </p:cNvPr>
            <p:cNvSpPr/>
            <p:nvPr/>
          </p:nvSpPr>
          <p:spPr>
            <a:xfrm rot="5400000">
              <a:off x="2542181" y="1990187"/>
              <a:ext cx="833132" cy="833132"/>
            </a:xfrm>
            <a:prstGeom prst="rect">
              <a:avLst/>
            </a:prstGeom>
            <a:blipFill>
              <a:blip r:embed="rId25"/>
              <a:stretch>
                <a:fillRect/>
              </a:stretch>
            </a:blipFill>
            <a:ln w="12700">
              <a:solidFill>
                <a:srgbClr val="FF6C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B400AD5F-1C30-AC95-8351-BDD44CEA68A1}"/>
                </a:ext>
              </a:extLst>
            </p:cNvPr>
            <p:cNvSpPr/>
            <p:nvPr/>
          </p:nvSpPr>
          <p:spPr>
            <a:xfrm rot="5400000">
              <a:off x="870771" y="2823319"/>
              <a:ext cx="833132" cy="833132"/>
            </a:xfrm>
            <a:prstGeom prst="rect">
              <a:avLst/>
            </a:prstGeom>
            <a:blipFill>
              <a:blip r:embed="rId26"/>
              <a:stretch>
                <a:fillRect/>
              </a:stretch>
            </a:blipFill>
            <a:ln w="12700">
              <a:solidFill>
                <a:srgbClr val="FF6C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528CC050-4CC1-B779-6315-22C5FEC16A44}"/>
                </a:ext>
              </a:extLst>
            </p:cNvPr>
            <p:cNvSpPr/>
            <p:nvPr/>
          </p:nvSpPr>
          <p:spPr>
            <a:xfrm rot="5400000">
              <a:off x="1706476" y="2823319"/>
              <a:ext cx="833132" cy="833132"/>
            </a:xfrm>
            <a:prstGeom prst="rect">
              <a:avLst/>
            </a:prstGeom>
            <a:blipFill>
              <a:blip r:embed="rId27"/>
              <a:stretch>
                <a:fillRect/>
              </a:stretch>
            </a:blipFill>
            <a:ln w="12700">
              <a:solidFill>
                <a:srgbClr val="FF6C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9907F142-ECA6-E1E3-1856-33F5DB13CE79}"/>
                </a:ext>
              </a:extLst>
            </p:cNvPr>
            <p:cNvSpPr/>
            <p:nvPr/>
          </p:nvSpPr>
          <p:spPr>
            <a:xfrm rot="10800000">
              <a:off x="2542181" y="2823319"/>
              <a:ext cx="833132" cy="833132"/>
            </a:xfrm>
            <a:prstGeom prst="rect">
              <a:avLst/>
            </a:prstGeom>
            <a:blipFill>
              <a:blip r:embed="rId28"/>
              <a:stretch>
                <a:fillRect/>
              </a:stretch>
            </a:blipFill>
            <a:ln w="12700">
              <a:solidFill>
                <a:srgbClr val="FF6C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9E755A30-8A42-EB62-AA0B-E457DF2BB1CB}"/>
              </a:ext>
            </a:extLst>
          </p:cNvPr>
          <p:cNvGrpSpPr/>
          <p:nvPr/>
        </p:nvGrpSpPr>
        <p:grpSpPr>
          <a:xfrm>
            <a:off x="14429198" y="6286889"/>
            <a:ext cx="3358711" cy="2234540"/>
            <a:chOff x="870771" y="1990187"/>
            <a:chExt cx="2504542" cy="1666264"/>
          </a:xfrm>
        </p:grpSpPr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BC38CB93-74CE-69B9-E5CC-DC3D439EDE78}"/>
                </a:ext>
              </a:extLst>
            </p:cNvPr>
            <p:cNvSpPr/>
            <p:nvPr/>
          </p:nvSpPr>
          <p:spPr>
            <a:xfrm rot="5400000" flipH="1">
              <a:off x="870771" y="1990187"/>
              <a:ext cx="833132" cy="833132"/>
            </a:xfrm>
            <a:prstGeom prst="rect">
              <a:avLst/>
            </a:prstGeom>
            <a:blipFill>
              <a:blip r:embed="rId29"/>
              <a:stretch>
                <a:fillRect/>
              </a:stretch>
            </a:blipFill>
            <a:ln w="12700">
              <a:solidFill>
                <a:srgbClr val="02E3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53189119-3A2E-B4B7-EE7C-DA8656FBC6BA}"/>
                </a:ext>
              </a:extLst>
            </p:cNvPr>
            <p:cNvSpPr/>
            <p:nvPr/>
          </p:nvSpPr>
          <p:spPr>
            <a:xfrm rot="5400000" flipH="1">
              <a:off x="1706476" y="1990187"/>
              <a:ext cx="833132" cy="833132"/>
            </a:xfrm>
            <a:prstGeom prst="rect">
              <a:avLst/>
            </a:prstGeom>
            <a:blipFill>
              <a:blip r:embed="rId30"/>
              <a:stretch>
                <a:fillRect/>
              </a:stretch>
            </a:blipFill>
            <a:ln w="12700">
              <a:solidFill>
                <a:srgbClr val="02E3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E4B2445E-AFA7-0C37-6724-0562EFBD0034}"/>
                </a:ext>
              </a:extLst>
            </p:cNvPr>
            <p:cNvSpPr/>
            <p:nvPr/>
          </p:nvSpPr>
          <p:spPr>
            <a:xfrm rot="5400000" flipH="1">
              <a:off x="2542181" y="1990187"/>
              <a:ext cx="833132" cy="833132"/>
            </a:xfrm>
            <a:prstGeom prst="rect">
              <a:avLst/>
            </a:prstGeom>
            <a:blipFill>
              <a:blip r:embed="rId31"/>
              <a:stretch>
                <a:fillRect/>
              </a:stretch>
            </a:blipFill>
            <a:ln w="12700">
              <a:solidFill>
                <a:srgbClr val="02E3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7BE88C53-0BF5-6563-94CC-8BE888723176}"/>
                </a:ext>
              </a:extLst>
            </p:cNvPr>
            <p:cNvSpPr/>
            <p:nvPr/>
          </p:nvSpPr>
          <p:spPr>
            <a:xfrm rot="5400000" flipH="1">
              <a:off x="870771" y="2823319"/>
              <a:ext cx="833132" cy="833132"/>
            </a:xfrm>
            <a:prstGeom prst="rect">
              <a:avLst/>
            </a:prstGeom>
            <a:blipFill>
              <a:blip r:embed="rId32"/>
              <a:stretch>
                <a:fillRect/>
              </a:stretch>
            </a:blipFill>
            <a:ln w="12700">
              <a:solidFill>
                <a:srgbClr val="02E3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F7CA6E75-E8A9-AF43-F1BE-77598D0F6E26}"/>
                </a:ext>
              </a:extLst>
            </p:cNvPr>
            <p:cNvSpPr/>
            <p:nvPr/>
          </p:nvSpPr>
          <p:spPr>
            <a:xfrm rot="5400000" flipH="1">
              <a:off x="1706476" y="2823319"/>
              <a:ext cx="833132" cy="833132"/>
            </a:xfrm>
            <a:prstGeom prst="rect">
              <a:avLst/>
            </a:prstGeom>
            <a:blipFill>
              <a:blip r:embed="rId33"/>
              <a:stretch>
                <a:fillRect/>
              </a:stretch>
            </a:blipFill>
            <a:ln w="12700">
              <a:solidFill>
                <a:srgbClr val="02E3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1597117F-39E3-EA18-7E9F-CE820A24CF01}"/>
                </a:ext>
              </a:extLst>
            </p:cNvPr>
            <p:cNvSpPr/>
            <p:nvPr/>
          </p:nvSpPr>
          <p:spPr>
            <a:xfrm rot="5400000" flipH="1">
              <a:off x="2542181" y="2823319"/>
              <a:ext cx="833132" cy="833132"/>
            </a:xfrm>
            <a:prstGeom prst="rect">
              <a:avLst/>
            </a:prstGeom>
            <a:blipFill>
              <a:blip r:embed="rId34"/>
              <a:stretch>
                <a:fillRect/>
              </a:stretch>
            </a:blipFill>
            <a:ln w="12700">
              <a:solidFill>
                <a:srgbClr val="02E3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B2F4EB26-6EF0-438A-6152-B22E1CE15976}"/>
              </a:ext>
            </a:extLst>
          </p:cNvPr>
          <p:cNvGrpSpPr/>
          <p:nvPr/>
        </p:nvGrpSpPr>
        <p:grpSpPr>
          <a:xfrm>
            <a:off x="3923750" y="7312715"/>
            <a:ext cx="2072792" cy="1037989"/>
            <a:chOff x="8302625" y="2276065"/>
            <a:chExt cx="720725" cy="360917"/>
          </a:xfrm>
        </p:grpSpPr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3413CA5E-30F9-F939-1147-31A56825FC12}"/>
                </a:ext>
              </a:extLst>
            </p:cNvPr>
            <p:cNvGrpSpPr/>
            <p:nvPr/>
          </p:nvGrpSpPr>
          <p:grpSpPr>
            <a:xfrm>
              <a:off x="8302625" y="2287356"/>
              <a:ext cx="720725" cy="349626"/>
              <a:chOff x="8302625" y="2287356"/>
              <a:chExt cx="720725" cy="349626"/>
            </a:xfrm>
          </p:grpSpPr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9920A542-CF03-ED72-BED8-1EC5F9C2E08D}"/>
                  </a:ext>
                </a:extLst>
              </p:cNvPr>
              <p:cNvSpPr/>
              <p:nvPr/>
            </p:nvSpPr>
            <p:spPr>
              <a:xfrm>
                <a:off x="8972550" y="243676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46D6FF76-B682-5160-E8D1-64CC9C95E264}"/>
                  </a:ext>
                </a:extLst>
              </p:cNvPr>
              <p:cNvSpPr/>
              <p:nvPr/>
            </p:nvSpPr>
            <p:spPr>
              <a:xfrm>
                <a:off x="8302625" y="243676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023658BD-1925-DAAC-6C75-3307DECC6FF4}"/>
                  </a:ext>
                </a:extLst>
              </p:cNvPr>
              <p:cNvSpPr/>
              <p:nvPr/>
            </p:nvSpPr>
            <p:spPr>
              <a:xfrm>
                <a:off x="8890908" y="253201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DA34B1EB-7F73-9C6F-8747-3E99E86A59C4}"/>
                  </a:ext>
                </a:extLst>
              </p:cNvPr>
              <p:cNvSpPr/>
              <p:nvPr/>
            </p:nvSpPr>
            <p:spPr>
              <a:xfrm>
                <a:off x="8890908" y="234151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0F9CCECF-C033-7320-5DFF-0B75345AA8CD}"/>
                  </a:ext>
                </a:extLst>
              </p:cNvPr>
              <p:cNvSpPr/>
              <p:nvPr/>
            </p:nvSpPr>
            <p:spPr>
              <a:xfrm>
                <a:off x="8381132" y="253201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A3FB819D-6028-F289-554B-1A6774C24CAD}"/>
                  </a:ext>
                </a:extLst>
              </p:cNvPr>
              <p:cNvSpPr/>
              <p:nvPr/>
            </p:nvSpPr>
            <p:spPr>
              <a:xfrm>
                <a:off x="8381132" y="234151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49747A5F-55DD-A8A5-0774-149523CC72EE}"/>
                  </a:ext>
                </a:extLst>
              </p:cNvPr>
              <p:cNvCxnSpPr>
                <a:endCxn id="286" idx="2"/>
              </p:cNvCxnSpPr>
              <p:nvPr/>
            </p:nvCxnSpPr>
            <p:spPr>
              <a:xfrm>
                <a:off x="8431932" y="2365375"/>
                <a:ext cx="458976" cy="1544"/>
              </a:xfrm>
              <a:prstGeom prst="line">
                <a:avLst/>
              </a:prstGeom>
              <a:ln w="12700">
                <a:solidFill>
                  <a:srgbClr val="FF6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10EEF5C8-BDF4-FF19-849E-C43AA91ABCF1}"/>
                  </a:ext>
                </a:extLst>
              </p:cNvPr>
              <p:cNvCxnSpPr>
                <a:cxnSpLocks/>
                <a:stCxn id="284" idx="6"/>
                <a:endCxn id="283" idx="2"/>
              </p:cNvCxnSpPr>
              <p:nvPr/>
            </p:nvCxnSpPr>
            <p:spPr>
              <a:xfrm>
                <a:off x="8353425" y="2462169"/>
                <a:ext cx="619125" cy="0"/>
              </a:xfrm>
              <a:prstGeom prst="line">
                <a:avLst/>
              </a:prstGeom>
              <a:ln w="12700">
                <a:solidFill>
                  <a:srgbClr val="FF6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F2861B04-F62F-F535-701A-3CC40EC03588}"/>
                  </a:ext>
                </a:extLst>
              </p:cNvPr>
              <p:cNvCxnSpPr>
                <a:cxnSpLocks/>
                <a:stCxn id="287" idx="6"/>
                <a:endCxn id="285" idx="2"/>
              </p:cNvCxnSpPr>
              <p:nvPr/>
            </p:nvCxnSpPr>
            <p:spPr>
              <a:xfrm>
                <a:off x="8431932" y="2557419"/>
                <a:ext cx="458976" cy="0"/>
              </a:xfrm>
              <a:prstGeom prst="line">
                <a:avLst/>
              </a:prstGeom>
              <a:ln w="12700">
                <a:solidFill>
                  <a:srgbClr val="FF6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2" name="Rounded Rectangle 291">
                <a:extLst>
                  <a:ext uri="{FF2B5EF4-FFF2-40B4-BE49-F238E27FC236}">
                    <a16:creationId xmlns:a16="http://schemas.microsoft.com/office/drawing/2014/main" id="{047F767C-1427-9CBD-4EBC-33AE493A3162}"/>
                  </a:ext>
                </a:extLst>
              </p:cNvPr>
              <p:cNvSpPr/>
              <p:nvPr/>
            </p:nvSpPr>
            <p:spPr>
              <a:xfrm>
                <a:off x="8488175" y="2287356"/>
                <a:ext cx="349626" cy="349626"/>
              </a:xfrm>
              <a:prstGeom prst="roundRect">
                <a:avLst/>
              </a:prstGeom>
              <a:solidFill>
                <a:srgbClr val="CD56CC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F2B37842-5F61-BB69-BEDD-3BAD1AD416AF}"/>
                </a:ext>
              </a:extLst>
            </p:cNvPr>
            <p:cNvSpPr txBox="1"/>
            <p:nvPr/>
          </p:nvSpPr>
          <p:spPr>
            <a:xfrm>
              <a:off x="8467629" y="2276065"/>
              <a:ext cx="393552" cy="3531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</a:rPr>
                <a:t>AI</a:t>
              </a:r>
            </a:p>
            <a:p>
              <a:pPr algn="ctr"/>
              <a:r>
                <a:rPr lang="en-US" sz="1600" b="1" cap="small" dirty="0">
                  <a:solidFill>
                    <a:schemeClr val="bg1"/>
                  </a:solidFill>
                </a:rPr>
                <a:t>Generated</a:t>
              </a:r>
              <a:endParaRPr lang="en-US" sz="1200" b="1" cap="small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FD90FF1F-51C6-3164-C015-E29290DF0B73}"/>
              </a:ext>
            </a:extLst>
          </p:cNvPr>
          <p:cNvGrpSpPr/>
          <p:nvPr/>
        </p:nvGrpSpPr>
        <p:grpSpPr>
          <a:xfrm>
            <a:off x="12276260" y="868372"/>
            <a:ext cx="2072792" cy="1037989"/>
            <a:chOff x="8302625" y="2276065"/>
            <a:chExt cx="720725" cy="360917"/>
          </a:xfrm>
        </p:grpSpPr>
        <p:grpSp>
          <p:nvGrpSpPr>
            <p:cNvPr id="294" name="Group 293">
              <a:extLst>
                <a:ext uri="{FF2B5EF4-FFF2-40B4-BE49-F238E27FC236}">
                  <a16:creationId xmlns:a16="http://schemas.microsoft.com/office/drawing/2014/main" id="{15E1EC27-090D-E4AB-7348-58CD89C42FB6}"/>
                </a:ext>
              </a:extLst>
            </p:cNvPr>
            <p:cNvGrpSpPr/>
            <p:nvPr/>
          </p:nvGrpSpPr>
          <p:grpSpPr>
            <a:xfrm>
              <a:off x="8302625" y="2287356"/>
              <a:ext cx="720725" cy="349626"/>
              <a:chOff x="8302625" y="2287356"/>
              <a:chExt cx="720725" cy="349626"/>
            </a:xfrm>
          </p:grpSpPr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48798341-C6B6-E4B7-6B6B-3E3852793104}"/>
                  </a:ext>
                </a:extLst>
              </p:cNvPr>
              <p:cNvSpPr/>
              <p:nvPr/>
            </p:nvSpPr>
            <p:spPr>
              <a:xfrm>
                <a:off x="8972550" y="243676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297" name="Oval 296">
                <a:extLst>
                  <a:ext uri="{FF2B5EF4-FFF2-40B4-BE49-F238E27FC236}">
                    <a16:creationId xmlns:a16="http://schemas.microsoft.com/office/drawing/2014/main" id="{00072A23-78B9-1C20-C6A3-C9BEB0594DF2}"/>
                  </a:ext>
                </a:extLst>
              </p:cNvPr>
              <p:cNvSpPr/>
              <p:nvPr/>
            </p:nvSpPr>
            <p:spPr>
              <a:xfrm>
                <a:off x="8302625" y="243676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298" name="Oval 297">
                <a:extLst>
                  <a:ext uri="{FF2B5EF4-FFF2-40B4-BE49-F238E27FC236}">
                    <a16:creationId xmlns:a16="http://schemas.microsoft.com/office/drawing/2014/main" id="{D96B615D-F074-A4B1-447E-B0C9342D67F4}"/>
                  </a:ext>
                </a:extLst>
              </p:cNvPr>
              <p:cNvSpPr/>
              <p:nvPr/>
            </p:nvSpPr>
            <p:spPr>
              <a:xfrm>
                <a:off x="8890908" y="253201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299" name="Oval 298">
                <a:extLst>
                  <a:ext uri="{FF2B5EF4-FFF2-40B4-BE49-F238E27FC236}">
                    <a16:creationId xmlns:a16="http://schemas.microsoft.com/office/drawing/2014/main" id="{D182D15D-2BB3-8FE8-C747-FFA71EE3993F}"/>
                  </a:ext>
                </a:extLst>
              </p:cNvPr>
              <p:cNvSpPr/>
              <p:nvPr/>
            </p:nvSpPr>
            <p:spPr>
              <a:xfrm>
                <a:off x="8890908" y="234151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300" name="Oval 299">
                <a:extLst>
                  <a:ext uri="{FF2B5EF4-FFF2-40B4-BE49-F238E27FC236}">
                    <a16:creationId xmlns:a16="http://schemas.microsoft.com/office/drawing/2014/main" id="{A9AD4757-C656-6B88-46F2-BC97EB5DE7B2}"/>
                  </a:ext>
                </a:extLst>
              </p:cNvPr>
              <p:cNvSpPr/>
              <p:nvPr/>
            </p:nvSpPr>
            <p:spPr>
              <a:xfrm>
                <a:off x="8381132" y="253201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301" name="Oval 300">
                <a:extLst>
                  <a:ext uri="{FF2B5EF4-FFF2-40B4-BE49-F238E27FC236}">
                    <a16:creationId xmlns:a16="http://schemas.microsoft.com/office/drawing/2014/main" id="{B0C47B3B-1B46-9406-8732-90C7EAAF64C3}"/>
                  </a:ext>
                </a:extLst>
              </p:cNvPr>
              <p:cNvSpPr/>
              <p:nvPr/>
            </p:nvSpPr>
            <p:spPr>
              <a:xfrm>
                <a:off x="8381132" y="234151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CDE1581C-3397-1404-7816-CE6DF5BA6C8D}"/>
                  </a:ext>
                </a:extLst>
              </p:cNvPr>
              <p:cNvCxnSpPr>
                <a:endCxn id="299" idx="2"/>
              </p:cNvCxnSpPr>
              <p:nvPr/>
            </p:nvCxnSpPr>
            <p:spPr>
              <a:xfrm>
                <a:off x="8431932" y="2365375"/>
                <a:ext cx="458976" cy="1544"/>
              </a:xfrm>
              <a:prstGeom prst="line">
                <a:avLst/>
              </a:prstGeom>
              <a:ln w="12700">
                <a:solidFill>
                  <a:srgbClr val="FF6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9A902CD6-2529-E7CB-9DDD-AF58030F2D2E}"/>
                  </a:ext>
                </a:extLst>
              </p:cNvPr>
              <p:cNvCxnSpPr>
                <a:cxnSpLocks/>
                <a:stCxn id="297" idx="6"/>
                <a:endCxn id="296" idx="2"/>
              </p:cNvCxnSpPr>
              <p:nvPr/>
            </p:nvCxnSpPr>
            <p:spPr>
              <a:xfrm>
                <a:off x="8353425" y="2462169"/>
                <a:ext cx="619125" cy="0"/>
              </a:xfrm>
              <a:prstGeom prst="line">
                <a:avLst/>
              </a:prstGeom>
              <a:ln w="12700">
                <a:solidFill>
                  <a:srgbClr val="FF6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E28C474F-4CC7-57B7-D849-97B2E10BA520}"/>
                  </a:ext>
                </a:extLst>
              </p:cNvPr>
              <p:cNvCxnSpPr>
                <a:cxnSpLocks/>
                <a:stCxn id="300" idx="6"/>
                <a:endCxn id="298" idx="2"/>
              </p:cNvCxnSpPr>
              <p:nvPr/>
            </p:nvCxnSpPr>
            <p:spPr>
              <a:xfrm>
                <a:off x="8431932" y="2557419"/>
                <a:ext cx="458976" cy="0"/>
              </a:xfrm>
              <a:prstGeom prst="line">
                <a:avLst/>
              </a:prstGeom>
              <a:ln w="12700">
                <a:solidFill>
                  <a:srgbClr val="FF6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5" name="Rounded Rectangle 304">
                <a:extLst>
                  <a:ext uri="{FF2B5EF4-FFF2-40B4-BE49-F238E27FC236}">
                    <a16:creationId xmlns:a16="http://schemas.microsoft.com/office/drawing/2014/main" id="{377CC444-CE5F-932F-0BC8-0E0E0FC89DB5}"/>
                  </a:ext>
                </a:extLst>
              </p:cNvPr>
              <p:cNvSpPr/>
              <p:nvPr/>
            </p:nvSpPr>
            <p:spPr>
              <a:xfrm>
                <a:off x="8488175" y="2287356"/>
                <a:ext cx="349626" cy="349626"/>
              </a:xfrm>
              <a:prstGeom prst="roundRect">
                <a:avLst/>
              </a:prstGeom>
              <a:solidFill>
                <a:srgbClr val="CD56CC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706B3D39-2BAC-3D82-9C7C-1DA9D86CF3C2}"/>
                </a:ext>
              </a:extLst>
            </p:cNvPr>
            <p:cNvSpPr txBox="1"/>
            <p:nvPr/>
          </p:nvSpPr>
          <p:spPr>
            <a:xfrm>
              <a:off x="8467629" y="2276065"/>
              <a:ext cx="393552" cy="3531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</a:rPr>
                <a:t>AI</a:t>
              </a:r>
            </a:p>
            <a:p>
              <a:pPr algn="ctr"/>
              <a:r>
                <a:rPr lang="en-US" sz="1600" b="1" cap="small" dirty="0">
                  <a:solidFill>
                    <a:schemeClr val="bg1"/>
                  </a:solidFill>
                </a:rPr>
                <a:t>Generated</a:t>
              </a:r>
              <a:endParaRPr lang="en-US" sz="1200" b="1" cap="small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DFE1B851-4791-7174-E88B-0B21ED5663A7}"/>
              </a:ext>
            </a:extLst>
          </p:cNvPr>
          <p:cNvGrpSpPr/>
          <p:nvPr/>
        </p:nvGrpSpPr>
        <p:grpSpPr>
          <a:xfrm>
            <a:off x="12276260" y="7312715"/>
            <a:ext cx="2072792" cy="1037989"/>
            <a:chOff x="8302625" y="2276065"/>
            <a:chExt cx="720725" cy="360917"/>
          </a:xfrm>
        </p:grpSpPr>
        <p:grpSp>
          <p:nvGrpSpPr>
            <p:cNvPr id="307" name="Group 306">
              <a:extLst>
                <a:ext uri="{FF2B5EF4-FFF2-40B4-BE49-F238E27FC236}">
                  <a16:creationId xmlns:a16="http://schemas.microsoft.com/office/drawing/2014/main" id="{419B1C40-5037-8A0A-1759-62086181A43F}"/>
                </a:ext>
              </a:extLst>
            </p:cNvPr>
            <p:cNvGrpSpPr/>
            <p:nvPr/>
          </p:nvGrpSpPr>
          <p:grpSpPr>
            <a:xfrm>
              <a:off x="8302625" y="2287356"/>
              <a:ext cx="720725" cy="349626"/>
              <a:chOff x="8302625" y="2287356"/>
              <a:chExt cx="720725" cy="349626"/>
            </a:xfrm>
          </p:grpSpPr>
          <p:sp>
            <p:nvSpPr>
              <p:cNvPr id="309" name="Oval 308">
                <a:extLst>
                  <a:ext uri="{FF2B5EF4-FFF2-40B4-BE49-F238E27FC236}">
                    <a16:creationId xmlns:a16="http://schemas.microsoft.com/office/drawing/2014/main" id="{E4A302EA-3136-1ABE-56A9-85068D8AA80F}"/>
                  </a:ext>
                </a:extLst>
              </p:cNvPr>
              <p:cNvSpPr/>
              <p:nvPr/>
            </p:nvSpPr>
            <p:spPr>
              <a:xfrm>
                <a:off x="8972550" y="243676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310" name="Oval 309">
                <a:extLst>
                  <a:ext uri="{FF2B5EF4-FFF2-40B4-BE49-F238E27FC236}">
                    <a16:creationId xmlns:a16="http://schemas.microsoft.com/office/drawing/2014/main" id="{4CFC72E8-6F65-649A-6641-1E04104FB1A9}"/>
                  </a:ext>
                </a:extLst>
              </p:cNvPr>
              <p:cNvSpPr/>
              <p:nvPr/>
            </p:nvSpPr>
            <p:spPr>
              <a:xfrm>
                <a:off x="8302625" y="243676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311" name="Oval 310">
                <a:extLst>
                  <a:ext uri="{FF2B5EF4-FFF2-40B4-BE49-F238E27FC236}">
                    <a16:creationId xmlns:a16="http://schemas.microsoft.com/office/drawing/2014/main" id="{1F532D5F-9B8E-BDA3-3C22-3210B95223F8}"/>
                  </a:ext>
                </a:extLst>
              </p:cNvPr>
              <p:cNvSpPr/>
              <p:nvPr/>
            </p:nvSpPr>
            <p:spPr>
              <a:xfrm>
                <a:off x="8890908" y="253201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312" name="Oval 311">
                <a:extLst>
                  <a:ext uri="{FF2B5EF4-FFF2-40B4-BE49-F238E27FC236}">
                    <a16:creationId xmlns:a16="http://schemas.microsoft.com/office/drawing/2014/main" id="{21E5A8AF-B38F-699C-EC36-BF8D569C2258}"/>
                  </a:ext>
                </a:extLst>
              </p:cNvPr>
              <p:cNvSpPr/>
              <p:nvPr/>
            </p:nvSpPr>
            <p:spPr>
              <a:xfrm>
                <a:off x="8890908" y="234151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A0993C04-199F-4A77-6656-2370CC409605}"/>
                  </a:ext>
                </a:extLst>
              </p:cNvPr>
              <p:cNvSpPr/>
              <p:nvPr/>
            </p:nvSpPr>
            <p:spPr>
              <a:xfrm>
                <a:off x="8381132" y="253201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sp>
            <p:nvSpPr>
              <p:cNvPr id="314" name="Oval 313">
                <a:extLst>
                  <a:ext uri="{FF2B5EF4-FFF2-40B4-BE49-F238E27FC236}">
                    <a16:creationId xmlns:a16="http://schemas.microsoft.com/office/drawing/2014/main" id="{1CAAD49C-4535-21F6-501D-EB5E10663BE0}"/>
                  </a:ext>
                </a:extLst>
              </p:cNvPr>
              <p:cNvSpPr/>
              <p:nvPr/>
            </p:nvSpPr>
            <p:spPr>
              <a:xfrm>
                <a:off x="8381132" y="2341519"/>
                <a:ext cx="50800" cy="50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40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3C75526D-C9C8-0D57-7456-9457BC7600C7}"/>
                  </a:ext>
                </a:extLst>
              </p:cNvPr>
              <p:cNvCxnSpPr>
                <a:endCxn id="312" idx="2"/>
              </p:cNvCxnSpPr>
              <p:nvPr/>
            </p:nvCxnSpPr>
            <p:spPr>
              <a:xfrm>
                <a:off x="8431932" y="2365375"/>
                <a:ext cx="458976" cy="1544"/>
              </a:xfrm>
              <a:prstGeom prst="line">
                <a:avLst/>
              </a:prstGeom>
              <a:ln w="12700">
                <a:solidFill>
                  <a:srgbClr val="FF6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B66FC8C0-5F1D-327A-DC57-75AA936022C4}"/>
                  </a:ext>
                </a:extLst>
              </p:cNvPr>
              <p:cNvCxnSpPr>
                <a:cxnSpLocks/>
                <a:stCxn id="310" idx="6"/>
                <a:endCxn id="309" idx="2"/>
              </p:cNvCxnSpPr>
              <p:nvPr/>
            </p:nvCxnSpPr>
            <p:spPr>
              <a:xfrm>
                <a:off x="8353425" y="2462169"/>
                <a:ext cx="619125" cy="0"/>
              </a:xfrm>
              <a:prstGeom prst="line">
                <a:avLst/>
              </a:prstGeom>
              <a:ln w="12700">
                <a:solidFill>
                  <a:srgbClr val="FF6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4ABB9C52-3B0B-2B4B-29FE-64132D87CC5D}"/>
                  </a:ext>
                </a:extLst>
              </p:cNvPr>
              <p:cNvCxnSpPr>
                <a:cxnSpLocks/>
                <a:stCxn id="313" idx="6"/>
                <a:endCxn id="311" idx="2"/>
              </p:cNvCxnSpPr>
              <p:nvPr/>
            </p:nvCxnSpPr>
            <p:spPr>
              <a:xfrm>
                <a:off x="8431932" y="2557419"/>
                <a:ext cx="458976" cy="0"/>
              </a:xfrm>
              <a:prstGeom prst="line">
                <a:avLst/>
              </a:prstGeom>
              <a:ln w="12700">
                <a:solidFill>
                  <a:srgbClr val="FF6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8" name="Rounded Rectangle 317">
                <a:extLst>
                  <a:ext uri="{FF2B5EF4-FFF2-40B4-BE49-F238E27FC236}">
                    <a16:creationId xmlns:a16="http://schemas.microsoft.com/office/drawing/2014/main" id="{6001CC1B-DFAF-8284-06DF-DECC126B404B}"/>
                  </a:ext>
                </a:extLst>
              </p:cNvPr>
              <p:cNvSpPr/>
              <p:nvPr/>
            </p:nvSpPr>
            <p:spPr>
              <a:xfrm>
                <a:off x="8488175" y="2287356"/>
                <a:ext cx="349626" cy="349626"/>
              </a:xfrm>
              <a:prstGeom prst="roundRect">
                <a:avLst/>
              </a:prstGeom>
              <a:solidFill>
                <a:srgbClr val="CD56CC"/>
              </a:solidFill>
              <a:ln>
                <a:solidFill>
                  <a:srgbClr val="FF6A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6339374D-7E26-EF7E-2C91-553C906737B6}"/>
                </a:ext>
              </a:extLst>
            </p:cNvPr>
            <p:cNvSpPr txBox="1"/>
            <p:nvPr/>
          </p:nvSpPr>
          <p:spPr>
            <a:xfrm>
              <a:off x="8467629" y="2276065"/>
              <a:ext cx="393552" cy="3531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</a:rPr>
                <a:t>AI</a:t>
              </a:r>
            </a:p>
            <a:p>
              <a:pPr algn="ctr"/>
              <a:r>
                <a:rPr lang="en-US" sz="1600" b="1" cap="small" dirty="0">
                  <a:solidFill>
                    <a:schemeClr val="bg1"/>
                  </a:solidFill>
                </a:rPr>
                <a:t>Generated</a:t>
              </a:r>
              <a:endParaRPr lang="en-US" sz="1200" b="1" cap="small" dirty="0">
                <a:solidFill>
                  <a:schemeClr val="bg1"/>
                </a:solidFill>
              </a:endParaRPr>
            </a:p>
          </p:txBody>
        </p:sp>
      </p:grpSp>
      <p:sp>
        <p:nvSpPr>
          <p:cNvPr id="319" name="TextBox 318">
            <a:extLst>
              <a:ext uri="{FF2B5EF4-FFF2-40B4-BE49-F238E27FC236}">
                <a16:creationId xmlns:a16="http://schemas.microsoft.com/office/drawing/2014/main" id="{2F9EB085-BEAF-8C52-3318-D786B78E9D0B}"/>
              </a:ext>
            </a:extLst>
          </p:cNvPr>
          <p:cNvSpPr txBox="1"/>
          <p:nvPr/>
        </p:nvSpPr>
        <p:spPr>
          <a:xfrm>
            <a:off x="5972331" y="2140646"/>
            <a:ext cx="2015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pancreatic tumors</a:t>
            </a:r>
          </a:p>
          <a:p>
            <a:r>
              <a:rPr lang="en-US" dirty="0">
                <a:solidFill>
                  <a:schemeClr val="bg1"/>
                </a:solidFill>
              </a:rPr>
              <a:t>[real]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7B375DF8-8C76-2B2C-095D-523DE82D928B}"/>
              </a:ext>
            </a:extLst>
          </p:cNvPr>
          <p:cNvSpPr txBox="1"/>
          <p:nvPr/>
        </p:nvSpPr>
        <p:spPr>
          <a:xfrm>
            <a:off x="5972331" y="6360473"/>
            <a:ext cx="1890967" cy="646331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[real]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kidney (L) tumors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B6C164CC-FF89-817E-947F-3E3360CE43B4}"/>
              </a:ext>
            </a:extLst>
          </p:cNvPr>
          <p:cNvSpPr txBox="1"/>
          <p:nvPr/>
        </p:nvSpPr>
        <p:spPr>
          <a:xfrm>
            <a:off x="10969350" y="2140646"/>
            <a:ext cx="13599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liver tumors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[real]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54AB6A9F-E988-C869-6A12-31DC3200FE50}"/>
              </a:ext>
            </a:extLst>
          </p:cNvPr>
          <p:cNvSpPr txBox="1"/>
          <p:nvPr/>
        </p:nvSpPr>
        <p:spPr>
          <a:xfrm>
            <a:off x="10414327" y="6360473"/>
            <a:ext cx="1915011" cy="646331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[real]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kidney (R) tumors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83C709A1-AD2E-3A3B-CAA9-56BD87072C96}"/>
              </a:ext>
            </a:extLst>
          </p:cNvPr>
          <p:cNvSpPr txBox="1"/>
          <p:nvPr/>
        </p:nvSpPr>
        <p:spPr>
          <a:xfrm>
            <a:off x="3864365" y="2140646"/>
            <a:ext cx="2015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pancreatic tumors</a:t>
            </a:r>
          </a:p>
          <a:p>
            <a:r>
              <a:rPr lang="en-US" dirty="0">
                <a:solidFill>
                  <a:schemeClr val="bg1"/>
                </a:solidFill>
              </a:rPr>
              <a:t>[synthetic]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92CD6EA5-0BB9-5236-3CA7-129E9D78BE39}"/>
              </a:ext>
            </a:extLst>
          </p:cNvPr>
          <p:cNvSpPr txBox="1"/>
          <p:nvPr/>
        </p:nvSpPr>
        <p:spPr>
          <a:xfrm>
            <a:off x="3864365" y="6360473"/>
            <a:ext cx="1890967" cy="646331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[synthetic]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kidney (L) tumors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4D90DA62-7E44-7955-D3D6-EB39715E8F1A}"/>
              </a:ext>
            </a:extLst>
          </p:cNvPr>
          <p:cNvSpPr txBox="1"/>
          <p:nvPr/>
        </p:nvSpPr>
        <p:spPr>
          <a:xfrm>
            <a:off x="13057961" y="2140646"/>
            <a:ext cx="13599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liver tumors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[synthetic]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E13F80EB-2661-DD9B-EF50-DCAF0B1138DA}"/>
              </a:ext>
            </a:extLst>
          </p:cNvPr>
          <p:cNvSpPr txBox="1"/>
          <p:nvPr/>
        </p:nvSpPr>
        <p:spPr>
          <a:xfrm>
            <a:off x="12502937" y="6360473"/>
            <a:ext cx="1915011" cy="646331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[synthetic]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kidney (R) tumors</a:t>
            </a:r>
          </a:p>
        </p:txBody>
      </p:sp>
    </p:spTree>
    <p:extLst>
      <p:ext uri="{BB962C8B-B14F-4D97-AF65-F5344CB8AC3E}">
        <p14:creationId xmlns:p14="http://schemas.microsoft.com/office/powerpoint/2010/main" val="3885401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Words>60</Words>
  <Application>Microsoft Macintosh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Zongwei Zhou</dc:creator>
  <cp:lastModifiedBy>Zongwei Zhou</cp:lastModifiedBy>
  <cp:revision>6</cp:revision>
  <dcterms:created xsi:type="dcterms:W3CDTF">2025-06-22T18:27:16Z</dcterms:created>
  <dcterms:modified xsi:type="dcterms:W3CDTF">2025-08-09T13:37:25Z</dcterms:modified>
</cp:coreProperties>
</file>